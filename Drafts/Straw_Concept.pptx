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A9FE-7144-34F7-F36C-FE0F7A2AC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C16E0-BDAF-9B5C-DCF3-23FD2FE45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B9147-2894-9675-9431-0C41B5C1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198F5-4535-B1FE-B6C0-E28452DF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B523B-30CB-F6DC-A380-DB9E2A6A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149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7AD8F-16EE-255C-542E-4A39F6D0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39F42-F95F-BEB0-1A20-D6E76A8BC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EF212-62EF-8DCA-01E4-E72E52B0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B21B-64D4-64EE-8FCF-52CA8500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69B06-A7FD-FEE5-961E-D874FA9F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939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FC86A-816F-17D0-E9DE-D0B7E5A8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2A76D-CAFF-0279-47E8-11183AE6B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A75A6-FEB1-9F44-C0A5-D7611CD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5E46-918C-C09B-9A61-E0CC0027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8247-5132-971C-17DE-05601B15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03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C29E5-B2DA-AC7C-F406-78597ABA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24CE7-B4D7-41C0-A320-17F4F681E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9C2FC-5FD4-1CB9-6A64-36A37977D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EE356-E7A7-2AF6-0998-ADE011ECD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38E7D-C553-6FF4-A4B2-9651D0A2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8BCAE-8F9E-8020-769F-37C7131C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339F-1A40-A84C-B893-3FA4FFB2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74F0B-83BF-A9E2-DA2B-B1F067356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9EF5B-061B-CFD8-D812-00A5FA5ED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040DE-210D-C02E-9117-D066930D8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03AE7-27C0-2D23-45E9-3966089E2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B29FF-4307-8982-82A1-02DC195B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4CC86-0E03-BC17-8BE4-9D3B4040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14E1D-AAE3-DEB8-E370-3AA2BB24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093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C0721-7379-5D26-7B90-35B7BE3F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ACC149-FEA7-BBCE-6C2C-4893191B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2CF14-DD11-5EBA-D626-6588242E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DECD0-0D6E-C3AA-32A7-375A2E1D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373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453E9-65D8-11FE-200D-9CF6B4172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AAD8E-28CF-51B7-428C-9192EF8B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917E6-221A-66BC-8AAA-3412A5AC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603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F7B6-4E69-9279-6237-94AF74C7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7B970-D993-F8D1-C8AA-182D52BB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4C225-1FA8-BAE4-6E87-2C8F7AA5E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E0FE8-A8E9-24E7-4C37-352B2E86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2A4AC-688A-7626-0696-C8B4713B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A0719-A0F8-0147-9DEB-46B0D9D5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550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1AC2-493C-2C0D-EB6A-2AA5749D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790C9E-9912-2099-8656-9A64B33B3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0BC94-D2D8-D308-953D-9C8904ACF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353D5-AD1A-6494-12F9-C5AA6395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6DC42-2E5B-1ED9-35FD-85369846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FD371-4038-11E8-922B-C8FE76C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627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E511-CA1E-1A28-8073-73AFEF2D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CD241-4B03-7ECE-75FD-17F3FB61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3971D-2FC9-2C14-535F-9F919FED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2546C-3993-F93D-6844-F15D7AA5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19EF2-A20E-0A21-55AE-4E3703BC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471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B9228-9A02-0A8A-4AF0-510581D74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5CA87-C0BD-F43A-09F4-7B40880C9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9CCD5-48A1-32F8-18F3-E546FFEF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50FF3-D8D8-F9C5-F74A-959BA60E7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A7DE1-C291-903E-B69C-665C151A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306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27F7DC-F32B-B86A-DFBF-54FAC69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09F15-1C28-AD35-ACC8-FDB4F9F0D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9F01D-72AA-C82B-94B4-5DE205588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63203-8D35-41A6-AD52-CF2760B20318}" type="datetimeFigureOut">
              <a:rPr lang="en-CA" smtClean="0"/>
              <a:t>2026-08-09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C4E68-28F5-242A-2F13-B9E26A3B5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E762-EE86-5869-8B33-326E8ED10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2507B-D952-4506-BBBA-9BFC17E48C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891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C59BDD-10DA-EE8E-F5D4-F40E5E1F3B19}"/>
              </a:ext>
            </a:extLst>
          </p:cNvPr>
          <p:cNvSpPr txBox="1"/>
          <p:nvPr/>
        </p:nvSpPr>
        <p:spPr>
          <a:xfrm>
            <a:off x="1123125" y="665976"/>
            <a:ext cx="93503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physical limits of Straws</a:t>
            </a:r>
          </a:p>
          <a:p>
            <a:r>
              <a:rPr lang="en-CA" sz="1200" dirty="0"/>
              <a:t>The physics behind the theoretical limits of straws based on length, diameter and type of fluid. And why the diameter has such a big impact.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D7382873-B96E-313A-FF94-178D1A187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599" y="1166813"/>
            <a:ext cx="914400" cy="9144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8F8E6D-B95B-CF23-47B3-C1EDCE4B3C49}"/>
              </a:ext>
            </a:extLst>
          </p:cNvPr>
          <p:cNvCxnSpPr/>
          <p:nvPr/>
        </p:nvCxnSpPr>
        <p:spPr>
          <a:xfrm>
            <a:off x="10838629" y="1847850"/>
            <a:ext cx="50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16EECD-5E8B-DA47-2F6A-1FFFB00D2B5D}"/>
              </a:ext>
            </a:extLst>
          </p:cNvPr>
          <p:cNvCxnSpPr/>
          <p:nvPr/>
        </p:nvCxnSpPr>
        <p:spPr>
          <a:xfrm>
            <a:off x="10910629" y="2314575"/>
            <a:ext cx="3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69B149-C6B8-6D00-2F17-CCAD93D69460}"/>
              </a:ext>
            </a:extLst>
          </p:cNvPr>
          <p:cNvCxnSpPr>
            <a:cxnSpLocks/>
          </p:cNvCxnSpPr>
          <p:nvPr/>
        </p:nvCxnSpPr>
        <p:spPr>
          <a:xfrm flipH="1" flipV="1">
            <a:off x="10838629" y="1847850"/>
            <a:ext cx="72000" cy="466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FC1128-5616-37F7-21E6-B11BDC8583B3}"/>
              </a:ext>
            </a:extLst>
          </p:cNvPr>
          <p:cNvCxnSpPr>
            <a:cxnSpLocks/>
          </p:cNvCxnSpPr>
          <p:nvPr/>
        </p:nvCxnSpPr>
        <p:spPr>
          <a:xfrm flipV="1">
            <a:off x="11270629" y="1847850"/>
            <a:ext cx="72000" cy="466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0BD51C-3F5B-4C14-425A-44300EF44C3E}"/>
              </a:ext>
            </a:extLst>
          </p:cNvPr>
          <p:cNvCxnSpPr>
            <a:cxnSpLocks/>
          </p:cNvCxnSpPr>
          <p:nvPr/>
        </p:nvCxnSpPr>
        <p:spPr>
          <a:xfrm flipH="1">
            <a:off x="1695450" y="1476762"/>
            <a:ext cx="9437639" cy="45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0B24819-719F-6FF1-72BB-04E4E438FCEB}"/>
              </a:ext>
            </a:extLst>
          </p:cNvPr>
          <p:cNvCxnSpPr>
            <a:cxnSpLocks/>
          </p:cNvCxnSpPr>
          <p:nvPr/>
        </p:nvCxnSpPr>
        <p:spPr>
          <a:xfrm>
            <a:off x="1559886" y="1476762"/>
            <a:ext cx="135564" cy="45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Water outline">
            <a:extLst>
              <a:ext uri="{FF2B5EF4-FFF2-40B4-BE49-F238E27FC236}">
                <a16:creationId xmlns:a16="http://schemas.microsoft.com/office/drawing/2014/main" id="{067EA0BD-34BA-6023-099A-A3D64EFC0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486" y="1769507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E96D0CA-4349-0AAF-5586-2905026F0A8F}"/>
              </a:ext>
            </a:extLst>
          </p:cNvPr>
          <p:cNvSpPr txBox="1"/>
          <p:nvPr/>
        </p:nvSpPr>
        <p:spPr>
          <a:xfrm>
            <a:off x="2393323" y="1857375"/>
            <a:ext cx="2381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Fluid - </a:t>
            </a:r>
            <a:r>
              <a:rPr lang="en-CA" sz="1200" dirty="0"/>
              <a:t>Viscosity</a:t>
            </a:r>
          </a:p>
          <a:p>
            <a:endParaRPr lang="en-CA" sz="1200" dirty="0"/>
          </a:p>
          <a:p>
            <a:r>
              <a:rPr lang="en-CA" sz="1200" dirty="0"/>
              <a:t>Air | Water | Milkshake | Honey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B426D25-8285-13E4-3F34-93091EBEC433}"/>
              </a:ext>
            </a:extLst>
          </p:cNvPr>
          <p:cNvSpPr/>
          <p:nvPr/>
        </p:nvSpPr>
        <p:spPr>
          <a:xfrm>
            <a:off x="5307975" y="185737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66F7CE-B94B-CBA1-5FB8-2C9C4B8819CF}"/>
              </a:ext>
            </a:extLst>
          </p:cNvPr>
          <p:cNvSpPr txBox="1"/>
          <p:nvPr/>
        </p:nvSpPr>
        <p:spPr>
          <a:xfrm>
            <a:off x="6365250" y="1857375"/>
            <a:ext cx="2381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Tube Diameter</a:t>
            </a:r>
            <a:endParaRPr lang="en-CA" sz="1200" dirty="0"/>
          </a:p>
          <a:p>
            <a:endParaRPr lang="en-CA" sz="1200" dirty="0"/>
          </a:p>
          <a:p>
            <a:r>
              <a:rPr lang="en-CA" sz="1200" dirty="0"/>
              <a:t>Slider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EB6568-D8AF-FDC5-058D-7297EAE222A8}"/>
              </a:ext>
            </a:extLst>
          </p:cNvPr>
          <p:cNvSpPr/>
          <p:nvPr/>
        </p:nvSpPr>
        <p:spPr>
          <a:xfrm>
            <a:off x="8608962" y="1857375"/>
            <a:ext cx="13754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AAAC67-F14F-5E53-10C6-9D4B6F69F370}"/>
              </a:ext>
            </a:extLst>
          </p:cNvPr>
          <p:cNvSpPr txBox="1"/>
          <p:nvPr/>
        </p:nvSpPr>
        <p:spPr>
          <a:xfrm>
            <a:off x="8889377" y="1858923"/>
            <a:ext cx="2381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Tube Length</a:t>
            </a:r>
            <a:endParaRPr lang="en-CA" sz="1200" dirty="0"/>
          </a:p>
          <a:p>
            <a:endParaRPr lang="en-CA" sz="1200" dirty="0"/>
          </a:p>
          <a:p>
            <a:r>
              <a:rPr lang="en-CA" sz="1200" dirty="0"/>
              <a:t>Slider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C11AA2B-0409-D26E-AF73-A0D2674A5946}"/>
                  </a:ext>
                </a:extLst>
              </p:cNvPr>
              <p:cNvSpPr txBox="1"/>
              <p:nvPr/>
            </p:nvSpPr>
            <p:spPr>
              <a:xfrm>
                <a:off x="3912357" y="3656052"/>
                <a:ext cx="236725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CA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CA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CA" sz="3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8 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CA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CA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CA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CA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sz="32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C11AA2B-0409-D26E-AF73-A0D2674A5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357" y="3656052"/>
                <a:ext cx="2367251" cy="925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9FC19A-CE6D-CDF4-BCF1-033FE9896F54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3583949" y="2596039"/>
            <a:ext cx="1809751" cy="1060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6E8B32-4CA3-54D3-D329-88D78FEBA62C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5765175" y="2597587"/>
            <a:ext cx="4314828" cy="1058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D8BB93B-304E-27B1-E902-74ACC656A240}"/>
              </a:ext>
            </a:extLst>
          </p:cNvPr>
          <p:cNvCxnSpPr>
            <a:cxnSpLocks/>
          </p:cNvCxnSpPr>
          <p:nvPr/>
        </p:nvCxnSpPr>
        <p:spPr>
          <a:xfrm>
            <a:off x="5765175" y="4494252"/>
            <a:ext cx="1276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CE2A62D-7FC1-72AF-EF28-46AD081D1065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7041525" y="2596039"/>
            <a:ext cx="514351" cy="1898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5884707-C9CB-598D-B049-D427802990AF}"/>
              </a:ext>
            </a:extLst>
          </p:cNvPr>
          <p:cNvCxnSpPr>
            <a:cxnSpLocks/>
          </p:cNvCxnSpPr>
          <p:nvPr/>
        </p:nvCxnSpPr>
        <p:spPr>
          <a:xfrm>
            <a:off x="11133089" y="1476762"/>
            <a:ext cx="0" cy="604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528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A4C2D-5DAF-E0B0-BB14-DF521EC9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2F1420-38FD-DFD5-69AE-F3C1EBBD78F2}"/>
              </a:ext>
            </a:extLst>
          </p:cNvPr>
          <p:cNvSpPr txBox="1"/>
          <p:nvPr/>
        </p:nvSpPr>
        <p:spPr>
          <a:xfrm>
            <a:off x="1123125" y="665976"/>
            <a:ext cx="93503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physical limits of Straws</a:t>
            </a:r>
          </a:p>
          <a:p>
            <a:r>
              <a:rPr lang="en-CA" sz="1200" dirty="0"/>
              <a:t>The physics behind the theoretical limits of straws based on length, diameter and type of fluid. And why the diameter has such a big impact.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43A8A9AA-6A04-542E-D15E-868EFD7002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075" y="1496973"/>
            <a:ext cx="914400" cy="9144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A6333A-9211-308B-5221-68908BDA4047}"/>
              </a:ext>
            </a:extLst>
          </p:cNvPr>
          <p:cNvCxnSpPr/>
          <p:nvPr/>
        </p:nvCxnSpPr>
        <p:spPr>
          <a:xfrm>
            <a:off x="619125" y="4437103"/>
            <a:ext cx="50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3514A2-C3A0-0199-0BEF-D0ED5754540C}"/>
              </a:ext>
            </a:extLst>
          </p:cNvPr>
          <p:cNvCxnSpPr/>
          <p:nvPr/>
        </p:nvCxnSpPr>
        <p:spPr>
          <a:xfrm>
            <a:off x="691125" y="4903828"/>
            <a:ext cx="3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E7864B-1355-FAC8-E736-8F56E6B9C772}"/>
              </a:ext>
            </a:extLst>
          </p:cNvPr>
          <p:cNvCxnSpPr>
            <a:cxnSpLocks/>
          </p:cNvCxnSpPr>
          <p:nvPr/>
        </p:nvCxnSpPr>
        <p:spPr>
          <a:xfrm flipH="1" flipV="1">
            <a:off x="619125" y="4437103"/>
            <a:ext cx="72000" cy="466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FA6380-912B-8BBF-9A16-4958BD329F0E}"/>
              </a:ext>
            </a:extLst>
          </p:cNvPr>
          <p:cNvCxnSpPr>
            <a:cxnSpLocks/>
          </p:cNvCxnSpPr>
          <p:nvPr/>
        </p:nvCxnSpPr>
        <p:spPr>
          <a:xfrm flipV="1">
            <a:off x="1051125" y="4437103"/>
            <a:ext cx="72000" cy="466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BA5442-F20F-1630-A63C-44568DD18C46}"/>
              </a:ext>
            </a:extLst>
          </p:cNvPr>
          <p:cNvCxnSpPr>
            <a:cxnSpLocks/>
          </p:cNvCxnSpPr>
          <p:nvPr/>
        </p:nvCxnSpPr>
        <p:spPr>
          <a:xfrm flipV="1">
            <a:off x="838200" y="1857375"/>
            <a:ext cx="0" cy="30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778FEC-B03A-ADBE-BB81-1D1B13037C51}"/>
              </a:ext>
            </a:extLst>
          </p:cNvPr>
          <p:cNvCxnSpPr>
            <a:cxnSpLocks/>
          </p:cNvCxnSpPr>
          <p:nvPr/>
        </p:nvCxnSpPr>
        <p:spPr>
          <a:xfrm flipV="1">
            <a:off x="838200" y="1771650"/>
            <a:ext cx="466725" cy="85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Water outline">
            <a:extLst>
              <a:ext uri="{FF2B5EF4-FFF2-40B4-BE49-F238E27FC236}">
                <a16:creationId xmlns:a16="http://schemas.microsoft.com/office/drawing/2014/main" id="{C404928F-40A4-A2A4-BFE8-FD0F6CEAD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349" y="1582698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1BB7E21-8BAB-4556-DB35-7D3973EE5E5F}"/>
              </a:ext>
            </a:extLst>
          </p:cNvPr>
          <p:cNvSpPr txBox="1"/>
          <p:nvPr/>
        </p:nvSpPr>
        <p:spPr>
          <a:xfrm>
            <a:off x="3095623" y="1582698"/>
            <a:ext cx="2381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Fluid - </a:t>
            </a:r>
            <a:r>
              <a:rPr lang="en-CA" sz="1200" dirty="0"/>
              <a:t>Viscosity</a:t>
            </a:r>
          </a:p>
          <a:p>
            <a:endParaRPr lang="en-CA" sz="1200" dirty="0"/>
          </a:p>
          <a:p>
            <a:r>
              <a:rPr lang="en-CA" sz="1200" dirty="0"/>
              <a:t>Air | Water | Milkshake | Honey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19CD06-3829-D77B-FFBF-CF76DED35D35}"/>
              </a:ext>
            </a:extLst>
          </p:cNvPr>
          <p:cNvSpPr/>
          <p:nvPr/>
        </p:nvSpPr>
        <p:spPr>
          <a:xfrm>
            <a:off x="6010275" y="1582698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AD53BA-BEC9-0EE8-57E5-8EDE2E13FB37}"/>
              </a:ext>
            </a:extLst>
          </p:cNvPr>
          <p:cNvSpPr txBox="1"/>
          <p:nvPr/>
        </p:nvSpPr>
        <p:spPr>
          <a:xfrm>
            <a:off x="7067550" y="1582698"/>
            <a:ext cx="2381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Tube Diameter</a:t>
            </a:r>
            <a:endParaRPr lang="en-CA" sz="1200" dirty="0"/>
          </a:p>
          <a:p>
            <a:endParaRPr lang="en-CA" sz="1200" dirty="0"/>
          </a:p>
          <a:p>
            <a:r>
              <a:rPr lang="en-CA" sz="1200" dirty="0"/>
              <a:t>Slider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B868F4-2898-09C3-8979-54529CECFD20}"/>
              </a:ext>
            </a:extLst>
          </p:cNvPr>
          <p:cNvSpPr/>
          <p:nvPr/>
        </p:nvSpPr>
        <p:spPr>
          <a:xfrm>
            <a:off x="9311262" y="1582698"/>
            <a:ext cx="13754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008473-67E2-BA6C-481B-002B80675ACD}"/>
              </a:ext>
            </a:extLst>
          </p:cNvPr>
          <p:cNvSpPr txBox="1"/>
          <p:nvPr/>
        </p:nvSpPr>
        <p:spPr>
          <a:xfrm>
            <a:off x="9591677" y="1584246"/>
            <a:ext cx="2381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Tube Length</a:t>
            </a:r>
            <a:endParaRPr lang="en-CA" sz="1200" dirty="0"/>
          </a:p>
          <a:p>
            <a:endParaRPr lang="en-CA" sz="1200" dirty="0"/>
          </a:p>
          <a:p>
            <a:r>
              <a:rPr lang="en-CA" sz="1200" dirty="0"/>
              <a:t>Slider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75510DC-459D-E21A-3F5F-EC3312F07860}"/>
                  </a:ext>
                </a:extLst>
              </p:cNvPr>
              <p:cNvSpPr txBox="1"/>
              <p:nvPr/>
            </p:nvSpPr>
            <p:spPr>
              <a:xfrm>
                <a:off x="4614657" y="3381375"/>
                <a:ext cx="3201389" cy="702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CA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A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CA" sz="32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3200" b="0" i="1" smtClean="0">
                            <a:latin typeface="Cambria Math" panose="02040503050406030204" pitchFamily="18" charset="0"/>
                          </a:rPr>
                          <m:t>8 </m:t>
                        </m:r>
                        <m:r>
                          <a:rPr lang="el-GR" sz="3200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CA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3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CA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CA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CA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CA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CA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CA" sz="3200" dirty="0"/>
                  <a:t> + </a:t>
                </a:r>
                <a:r>
                  <a:rPr lang="el-GR" sz="3200" dirty="0"/>
                  <a:t>ρ</a:t>
                </a:r>
                <a:r>
                  <a:rPr lang="en-CA" sz="3200" dirty="0"/>
                  <a:t> g h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75510DC-459D-E21A-3F5F-EC3312F07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657" y="3381375"/>
                <a:ext cx="3201389" cy="702115"/>
              </a:xfrm>
              <a:prstGeom prst="rect">
                <a:avLst/>
              </a:prstGeom>
              <a:blipFill>
                <a:blip r:embed="rId4"/>
                <a:stretch>
                  <a:fillRect t="-1739" r="-6857" b="-2087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46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110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Guettier</dc:creator>
  <cp:lastModifiedBy>Simon Guettier</cp:lastModifiedBy>
  <cp:revision>3</cp:revision>
  <dcterms:created xsi:type="dcterms:W3CDTF">2026-08-09T20:03:13Z</dcterms:created>
  <dcterms:modified xsi:type="dcterms:W3CDTF">2026-08-09T20:20:59Z</dcterms:modified>
</cp:coreProperties>
</file>